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304800"/>
            <a:ext cx="8839200" cy="626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tr-TR" sz="2800" dirty="0" smtClean="0"/>
              <a:t>&lt;!</a:t>
            </a:r>
            <a:r>
              <a:rPr lang="tr-TR" sz="2800" dirty="0"/>
              <a:t>DOCTYPE html&gt;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&lt;html&gt;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</a:t>
            </a:r>
            <a:r>
              <a:rPr lang="tr-TR" sz="2800" dirty="0" smtClean="0"/>
              <a:t> &lt;</a:t>
            </a:r>
            <a:r>
              <a:rPr lang="tr-TR" sz="2800" dirty="0"/>
              <a:t>head&gt;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  </a:t>
            </a:r>
            <a:r>
              <a:rPr lang="tr-TR" sz="2800" dirty="0" smtClean="0"/>
              <a:t>    &lt;</a:t>
            </a:r>
            <a:r>
              <a:rPr lang="tr-TR" sz="2800" dirty="0"/>
              <a:t>link rel="stylesheet" type="text/css" </a:t>
            </a:r>
            <a:r>
              <a:rPr lang="tr-TR" sz="2800" dirty="0" smtClean="0"/>
              <a:t>href</a:t>
            </a:r>
            <a:r>
              <a:rPr lang="tr-TR" sz="2800" dirty="0"/>
              <a:t>="file.css"&gt;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  </a:t>
            </a:r>
            <a:r>
              <a:rPr lang="tr-TR" sz="2800" dirty="0" smtClean="0"/>
              <a:t>    &lt;</a:t>
            </a:r>
            <a:r>
              <a:rPr lang="tr-TR" sz="2800" dirty="0"/>
              <a:t>style&gt;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    </a:t>
            </a:r>
            <a:r>
              <a:rPr lang="tr-TR" sz="2800" dirty="0" smtClean="0"/>
              <a:t>       p {color</a:t>
            </a:r>
            <a:r>
              <a:rPr lang="tr-TR" sz="2800" dirty="0"/>
              <a:t>: blue</a:t>
            </a:r>
            <a:r>
              <a:rPr lang="tr-TR" sz="2800" dirty="0" smtClean="0"/>
              <a:t>;}</a:t>
            </a:r>
            <a:endParaRPr lang="tr-TR" sz="2800" dirty="0"/>
          </a:p>
          <a:p>
            <a:pPr>
              <a:lnSpc>
                <a:spcPct val="120000"/>
              </a:lnSpc>
            </a:pPr>
            <a:r>
              <a:rPr lang="tr-TR" sz="2800" dirty="0"/>
              <a:t>    </a:t>
            </a:r>
            <a:r>
              <a:rPr lang="tr-TR" sz="2800" dirty="0" smtClean="0"/>
              <a:t>    &lt;/</a:t>
            </a:r>
            <a:r>
              <a:rPr lang="tr-TR" sz="2800" dirty="0"/>
              <a:t>style&gt;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</a:t>
            </a:r>
            <a:r>
              <a:rPr lang="tr-TR" sz="2800" dirty="0" smtClean="0"/>
              <a:t> &lt;/</a:t>
            </a:r>
            <a:r>
              <a:rPr lang="tr-TR" sz="2800" dirty="0"/>
              <a:t>head&gt;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</a:t>
            </a:r>
            <a:r>
              <a:rPr lang="tr-TR" sz="2800" dirty="0" smtClean="0"/>
              <a:t> &lt;</a:t>
            </a:r>
            <a:r>
              <a:rPr lang="tr-TR" sz="2800" dirty="0"/>
              <a:t>body&gt;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  </a:t>
            </a:r>
            <a:r>
              <a:rPr lang="tr-TR" sz="2800" dirty="0" smtClean="0"/>
              <a:t>    &lt;</a:t>
            </a:r>
            <a:r>
              <a:rPr lang="tr-TR" sz="2800" dirty="0"/>
              <a:t>p style="color: yellow;"&gt;Hello World&lt;/p&gt;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  </a:t>
            </a:r>
            <a:r>
              <a:rPr lang="tr-TR" sz="2800" dirty="0" smtClean="0"/>
              <a:t> &lt;/</a:t>
            </a:r>
            <a:r>
              <a:rPr lang="tr-TR" sz="2800" dirty="0"/>
              <a:t>body&gt;</a:t>
            </a:r>
          </a:p>
          <a:p>
            <a:pPr>
              <a:lnSpc>
                <a:spcPct val="120000"/>
              </a:lnSpc>
            </a:pPr>
            <a:r>
              <a:rPr lang="tr-TR" sz="2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66188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2</cp:revision>
  <cp:lastPrinted>2020-06-09T15:22:32Z</cp:lastPrinted>
  <dcterms:created xsi:type="dcterms:W3CDTF">2006-08-16T00:00:00Z</dcterms:created>
  <dcterms:modified xsi:type="dcterms:W3CDTF">2020-06-09T15:24:46Z</dcterms:modified>
</cp:coreProperties>
</file>